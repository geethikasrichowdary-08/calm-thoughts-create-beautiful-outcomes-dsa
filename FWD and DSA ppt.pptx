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6" r:id="rId12"/>
    <p:sldId id="350" r:id="rId13"/>
    <p:sldId id="340" r:id="rId14"/>
    <p:sldId id="351" r:id="rId15"/>
    <p:sldId id="352" r:id="rId16"/>
    <p:sldId id="347" r:id="rId17"/>
    <p:sldId id="348" r:id="rId18"/>
    <p:sldId id="33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833"/>
  </p:normalViewPr>
  <p:slideViewPr>
    <p:cSldViewPr snapToGrid="0" snapToObjects="1">
      <p:cViewPr varScale="1">
        <p:scale>
          <a:sx n="81" d="100"/>
          <a:sy n="81" d="100"/>
        </p:scale>
        <p:origin x="7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12-03-2026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12-03-2026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12-03-2026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(body)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change the Template: Heading / Title of the slides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change font style or colours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copy paste paragraphs: use only Bullet Points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slide Limit is 20 only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per the number of supervisor allotted adopt slide-2 or slide-3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display the required meaningful Content or images or tables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 footer accordingly using insert tab then click on header &amp; footer tab and edit it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PPT with Register No, Dept and Review no,  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23xxxxxxxxx_CSE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CALM THOUGHTS CREATE BEAUTIFUL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GEETHIKA CHOWDARY</a:t>
            </a:r>
          </a:p>
          <a:p>
            <a:pPr marL="0" indent="0" algn="ctr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2520030354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CLUSTER: 3</a:t>
            </a:r>
          </a:p>
          <a:p>
            <a:pPr marL="0" indent="0" algn="ctr">
              <a:buNone/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SECTION: 11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12-03-2026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619481" y="2935665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b="1" dirty="0">
                <a:solidFill>
                  <a:srgbClr val="002060"/>
                </a:solidFill>
              </a:rPr>
              <a:t>Supervisor Name: DR.N.CHAITANYA KUMAR</a:t>
            </a:r>
          </a:p>
          <a:p>
            <a:pPr marL="0" indent="0" algn="ctr">
              <a:buNone/>
            </a:pPr>
            <a:r>
              <a:rPr lang="en-US" sz="8600" b="1" dirty="0">
                <a:solidFill>
                  <a:srgbClr val="002060"/>
                </a:solidFill>
              </a:rPr>
              <a:t>Professor</a:t>
            </a:r>
          </a:p>
          <a:p>
            <a:pPr marL="0" indent="0" algn="ctr">
              <a:buNone/>
            </a:pPr>
            <a:r>
              <a:rPr lang="en-US" sz="8600" b="1" dirty="0">
                <a:solidFill>
                  <a:srgbClr val="00206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101" y="227102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712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Calm Thoughts Create Beautiful Outcomes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is designed to provide a peaceful digital space that encourages emotional reflection, personal clarity, and positive growth. In today’s fast-paced world, many individuals experience stress, confusion, and emotional pressure. This platform aims to create a calm environment where users can slow down, reflect on their thoughts, and develop a healthier mindset.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includes sections such as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Feel-Good Articles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Scenarios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 Writing Space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users can express their emotions freely. The platform encourages users to explore thoughtful content, learn how to respond to real-life situations calmly, and develop self-awareness through writing. The system is developed using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and JavaScript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provide the structure, visual design, and interactive features of the website. Animations, aesthetic design elements, and a user-friendly interface enhance the overall experience and make the platform welcoming and engaging.</a:t>
            </a:r>
          </a:p>
          <a:p>
            <a:pPr lvl="0"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people currently use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platforms, blogs, and online forums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share their thoughts and emotions.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journaling and self-help applications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spaces for writing personal experiences and reading motivational content.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platforms mainly focus on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entertainment, communication, or large community discussions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personal emotional reflection.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often face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distractions such as advertisements, notifications, and unrelated content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using these platforms.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platforms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provide a calm and structured environment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specifically designed for mindful thinking and emotional clarity.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is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calm and user-friendly website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encourage positive thinking and emotional reflection.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platform provides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feel-good articles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help users develop a positive mindset and reduce stress.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includes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scenarios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guide users on how to respond to everyday situations in a calm and thoughtful way.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website offers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 writing space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users can freely express their thoughts and feelings.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login system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begin their personal journey on the platform.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website design focuses on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aesthetic visuals, smooth animations, and a peaceful color theme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 relaxing environment.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242812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2AC2FD-1F12-980D-9EBA-7803A17A4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33500"/>
            <a:ext cx="10810498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Interface 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the visual design of the website with calm colors, layout, and navigation for a smooth user experience.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Login 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users to create a username and password and begin their journey on the website.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Feel-Good Articles 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motivational and positive articles to encourage calm thinking and a positive mindset.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Real-Life Scenarios 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Presents real-life situations and guidance to help users respond thoughtfully and calmly.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Emotional Reflection 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 writing space where users can express their thoughts and feelings freely.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 calm and positive digital space where users can relax and reflect on their thoughts.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encourage positive thinking and mental clarity through motivational articles and meaningful content.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help users understand real-life situations and respond to them in a calm and thoughtful way.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safe space for emotional expression where users can write and share how they feel.</a:t>
            </a:r>
          </a:p>
          <a:p>
            <a:pPr marL="342900" lvl="0" indent="-3429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promote personal growth and self-awareness by encouraging reflection and mindful thinking.</a:t>
            </a:r>
          </a:p>
          <a:p>
            <a:pPr marL="285750" lvl="0" indent="-2857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and aesthetic interface that creates a peaceful browsing experience.</a:t>
            </a:r>
          </a:p>
          <a:p>
            <a:pPr marL="285750" lvl="0" indent="-2857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stress and overthinking by offering calming content and reflection activities.</a:t>
            </a:r>
          </a:p>
          <a:p>
            <a:pPr>
              <a:lnSpc>
                <a:spcPct val="170000"/>
              </a:lnSpc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159" y="125322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CO’s ATTAINMENT - DSA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726AE93-69A8-DC85-DA45-05F4D66EF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1659" y="1253331"/>
                <a:ext cx="10515600" cy="4351338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CO1 – Searching and Sorting</a:t>
                </a:r>
              </a:p>
              <a:p>
                <a:pPr marL="0" indent="0">
                  <a:buNone/>
                </a:pPr>
                <a:r>
                  <a:rPr lang="en-IN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Topics:</a:t>
                </a:r>
                <a: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Linear Search, Binary Search, Bubble Sort, Sorting Basics</a:t>
                </a:r>
              </a:p>
              <a:p>
                <a: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Implemented </a:t>
                </a:r>
                <a:r>
                  <a:rPr lang="en-IN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Search</a:t>
                </a:r>
                <a: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searchArticle() to find articles from the array.</a:t>
                </a:r>
              </a:p>
              <a:p>
                <a: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Applied </a:t>
                </a:r>
                <a:r>
                  <a:rPr lang="en-IN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Bubble Sort</a:t>
                </a:r>
                <a: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sortArticles() to arrange articles alphabetically.</a:t>
                </a:r>
                <a:b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CO2 – Algorithm Analysis</a:t>
                </a:r>
              </a:p>
              <a:p>
                <a:pPr marL="0" indent="0">
                  <a:buNone/>
                </a:pPr>
                <a:r>
                  <a:rPr lang="en-IN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Topics:</a:t>
                </a:r>
                <a: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Mathematical Background, Model, Running Time</a:t>
                </a:r>
              </a:p>
              <a:p>
                <a: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Analyzed </a:t>
                </a:r>
                <a:r>
                  <a:rPr lang="en-IN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</a:t>
                </a:r>
                <a: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algorithms like Bubble Sort </a:t>
                </a:r>
                <a14:m>
                  <m:oMath xmlns:m="http://schemas.openxmlformats.org/officeDocument/2006/math">
                    <m:r>
                      <a:rPr lang="en-IN" sz="17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7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AE" sz="17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Linear Search </a:t>
                </a:r>
                <a14:m>
                  <m:oMath xmlns:m="http://schemas.openxmlformats.org/officeDocument/2006/math">
                    <m:r>
                      <a:rPr lang="en-IN" sz="17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ar-AE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Understood </a:t>
                </a:r>
                <a:r>
                  <a:rPr lang="en-IN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efficiency and running time calculations</a:t>
                </a:r>
                <a:r>
                  <a:rPr lang="en-IN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searching and sorting operations.</a:t>
                </a:r>
              </a:p>
              <a:p>
                <a:endParaRPr lang="en-IN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CO3 – Lists (Linked Lists)</a:t>
                </a:r>
              </a:p>
              <a:p>
                <a:pPr marL="0" indent="0">
                  <a:buNone/>
                </a:pPr>
                <a:r>
                  <a:rPr 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Topics: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ADT Lists, Singly Linked List, Applications</a:t>
                </a:r>
              </a:p>
              <a:p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Implemented </a:t>
                </a:r>
                <a:r>
                  <a:rPr 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Singly Linked List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using FeelingNode and FeelingList to store user feelings.</a:t>
                </a:r>
              </a:p>
              <a:p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Applied </a:t>
                </a:r>
                <a:r>
                  <a:rPr 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List ADT operations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like insertion and traversal for managing stored messages.</a:t>
                </a:r>
              </a:p>
              <a:p>
                <a:endParaRPr lang="en-IN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6726AE93-69A8-DC85-DA45-05F4D66EF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1659" y="1253331"/>
                <a:ext cx="10515600" cy="4351338"/>
              </a:xfrm>
              <a:blipFill>
                <a:blip r:embed="rId2"/>
                <a:stretch>
                  <a:fillRect l="-348" t="-982" b="-150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200B-785C-12B7-E343-C25B0687E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 – Stacks and Queues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 ADT, Queue ADT, Operations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data structure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(ActionStack) to store and display recent user actions.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using LinkedList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(ArticleQueue) to manage article requests in FIFO order.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 – Hashing and Trees</a:t>
            </a:r>
          </a:p>
          <a:p>
            <a:pPr marL="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 Functions, Hash Tables, Priority Queues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HashMap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UserDatabase for efficient user storage and authentication.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hash-based searching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login validation and user retrieval.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26D62-0071-D620-3BC5-81330610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46608-20AF-2867-4DF3-719DCE1D8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0866B-8021-636C-D55C-BE08DA91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97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65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 FOR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46C0C1-31E8-54EA-E9E0-6835A0619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6" r="2315"/>
          <a:stretch>
            <a:fillRect/>
          </a:stretch>
        </p:blipFill>
        <p:spPr>
          <a:xfrm>
            <a:off x="233680" y="1029017"/>
            <a:ext cx="6725920" cy="44119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206438-0361-E449-D49A-39C68EDA1E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53"/>
          <a:stretch>
            <a:fillRect/>
          </a:stretch>
        </p:blipFill>
        <p:spPr>
          <a:xfrm>
            <a:off x="7122160" y="2428240"/>
            <a:ext cx="4836160" cy="375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150D2-EBAC-58B6-6F51-AB2C039F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C4495-D62C-0A4A-F769-CF1B10533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5D7EC-D082-9AF8-B717-3412B82A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5B7E98-91D4-9EB0-5730-FB12B982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2" t="8512" r="53839" b="4522"/>
          <a:stretch>
            <a:fillRect/>
          </a:stretch>
        </p:blipFill>
        <p:spPr>
          <a:xfrm>
            <a:off x="254000" y="1041400"/>
            <a:ext cx="4541520" cy="4775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5849DE-E649-C03A-A45A-399A24B93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873" y="136525"/>
            <a:ext cx="5891054" cy="4775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C309EA-681A-8053-2B67-5EC9515537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77" t="15274" r="11726" b="13795"/>
          <a:stretch>
            <a:fillRect/>
          </a:stretch>
        </p:blipFill>
        <p:spPr>
          <a:xfrm>
            <a:off x="5189220" y="4554774"/>
            <a:ext cx="6842760" cy="179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66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4BF44-95D2-5BE9-3204-72208D8C5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19EAA-A0F6-B2F4-9039-D36CF4F3B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BD963-C79E-ED01-7CA2-7AFB164A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A4C9A3-89CE-F557-29AD-779B2C0FC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3" y="1056943"/>
            <a:ext cx="5830114" cy="15813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3D571D-24BD-1B03-BB69-48B3300BA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597" y="1734531"/>
            <a:ext cx="4458937" cy="389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55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8229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Calm Thoughts Create Beautiful Outcomes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is designed to create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peaceful digital environment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encourages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thinking, emotional reflection, and personal growth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platform provides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motivational articles, real-life scenarios, and a personal writing space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users can express their thoughts and feelings freely.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and JavaScript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website offers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aesthetic, and interactive interface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makes the user experience comfortable and engaging. The calm design, smooth navigation, and meaningful content help users develop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clarity, self-awareness, and a positive mindset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Overall, the project demonstrates how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well-designed web platform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support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well-being, mindfulness, and self-expression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users transform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calm thoughts into beautiful outcomes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12-03-2026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FDBA2D-6709-AD76-FA95-6053FBCB6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849120"/>
            <a:ext cx="5615940" cy="34950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5CF28E-D9F7-D0B6-CE65-A952FCC75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21255"/>
            <a:ext cx="48387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12-03-2026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4524</TotalTime>
  <Words>1243</Words>
  <Application>Microsoft Office PowerPoint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Custom Design</vt:lpstr>
      <vt:lpstr>INSTRUCTIONS</vt:lpstr>
      <vt:lpstr>CALM THOUGHTS CREATE BEAUTIFUL OUTCOMES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 - DSA</vt:lpstr>
      <vt:lpstr>PowerPoint Presentation</vt:lpstr>
      <vt:lpstr>SCREENSHOTS FOR DSA</vt:lpstr>
      <vt:lpstr>PowerPoint Presentation</vt:lpstr>
      <vt:lpstr>PowerPoint Presentation</vt:lpstr>
      <vt:lpstr>CONCLUSION</vt:lpstr>
      <vt:lpstr>GEO-TAG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Geethika Chowdary</cp:lastModifiedBy>
  <cp:revision>55</cp:revision>
  <dcterms:created xsi:type="dcterms:W3CDTF">2022-05-20T10:20:31Z</dcterms:created>
  <dcterms:modified xsi:type="dcterms:W3CDTF">2026-03-12T03:23:45Z</dcterms:modified>
</cp:coreProperties>
</file>